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2026 Model Inventory Briefing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Northwind Model Risk Committee</a:t>
            </a:r>
          </a:p>
          <a:p>
            <a:r>
              <a:t>47 production models</a:t>
            </a:r>
          </a:p>
          <a:p>
            <a:r>
              <a:t>12 models in the validation queue</a:t>
            </a:r>
          </a:p>
          <a:p>
            <a:r>
              <a:t>Briefing date: 2026-09-08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Highest-risk production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Credit-Decision-v4 (NW-001)</a:t>
            </a:r>
          </a:p>
          <a:p>
            <a:r>
              <a:t>Owner: Retail Credit</a:t>
            </a:r>
          </a:p>
          <a:p>
            <a:r>
              <a:t>Last independent validation: 2025-11-02</a:t>
            </a:r>
          </a:p>
          <a:p>
            <a:r>
              <a:t>Next validation due: 2026-11-02</a:t>
            </a:r>
          </a:p>
          <a:p>
            <a:r>
              <a:t>Status: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NIST AI RMF ownership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 owner: Chief Risk Officer</a:t>
            </a:r>
          </a:p>
          <a:p>
            <a:r>
              <a:t>MAP owner: Model Risk Management Office</a:t>
            </a:r>
          </a:p>
          <a:p>
            <a:r>
              <a:t>MEASURE owner: Independent Validation</a:t>
            </a:r>
          </a:p>
          <a:p>
            <a:r>
              <a:t>MANAGE owner: First-line model owners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